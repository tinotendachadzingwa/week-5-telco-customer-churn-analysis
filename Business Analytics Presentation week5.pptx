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1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1357630"/>
          </a:xfrm>
        </p:spPr>
        <p:txBody>
          <a:bodyPr>
            <a:normAutofit/>
          </a:bodyPr>
          <a:p>
            <a:r>
              <a:rPr lang="en-US" altLang="en-US" sz="2220" b="1">
                <a:solidFill>
                  <a:srgbClr val="002060"/>
                </a:solidFill>
              </a:rPr>
              <a:t>Business Analytics Case Study: Telco Customer Churn Analysis</a:t>
            </a:r>
            <a:endParaRPr lang="en-US" altLang="en-US" sz="2220" b="1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2437130"/>
            <a:ext cx="9799320" cy="3629025"/>
          </a:xfrm>
        </p:spPr>
        <p:txBody>
          <a:bodyPr>
            <a:normAutofit fontScale="55000"/>
          </a:bodyPr>
          <a:p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Subtitle: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Identifying Factors Influencing Customer Attrition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Prepared by: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Tinotenda Chadzingwa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Program: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AnalystLab Africa – Data Analytics Internship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Week 5: Business Analytics Case Study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olidFill>
                  <a:srgbClr val="002060"/>
                </a:solidFill>
              </a:rPr>
              <a:t>Problem Statement</a:t>
            </a:r>
            <a:endParaRPr lang="en-US" altLang="en-US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Content:</a:t>
            </a:r>
            <a:endParaRPr lang="en-US" alt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Customer churn is a major challenge for telecommunication companies as it leads to revenue loss and reduced customer loyalty.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Understanding why customers leave is essential for improving retention strategies and customer satisfaction.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</a:rPr>
              <a:t>Objective:</a:t>
            </a:r>
            <a:endParaRPr lang="en-US" alt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Analyze customer data to identify the key factors influencing customer churn and provide actionable business recommendations.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olidFill>
                  <a:srgbClr val="002060"/>
                </a:solidFill>
                <a:sym typeface="+mn-ea"/>
              </a:rPr>
              <a:t>Dataset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  <a:sym typeface="+mn-ea"/>
              </a:rPr>
              <a:t>Content:</a:t>
            </a:r>
            <a:endParaRPr lang="en-US" alt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Dataset: Telco Customer Churn Dataset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Source: Kaggle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  <a:sym typeface="+mn-ea"/>
              </a:rPr>
              <a:t>Dataset Summary:</a:t>
            </a:r>
            <a:endParaRPr lang="en-US" alt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Original Records: 7,043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Cleaned Records: 7,032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Features: 21 variabl</a:t>
            </a:r>
            <a:r>
              <a:rPr lang="en-US" altLang="en-US" b="1">
                <a:solidFill>
                  <a:schemeClr val="tx1"/>
                </a:solidFill>
                <a:sym typeface="+mn-ea"/>
              </a:rPr>
              <a:t>es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Target Variable: Churn (Yes/No)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  <a:sym typeface="+mn-ea"/>
              </a:rPr>
              <a:t>Tools Used:</a:t>
            </a:r>
            <a:endParaRPr lang="en-US" altLang="en-US" b="1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Python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Pandas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Matplotlib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Seaborn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  <a:sym typeface="+mn-ea"/>
              </a:rPr>
              <a:t>Power BI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olidFill>
                  <a:srgbClr val="002060"/>
                </a:solidFill>
              </a:rPr>
              <a:t>Key Visualizations</a:t>
            </a:r>
            <a:endParaRPr lang="en-US" altLang="en-US" b="1">
              <a:solidFill>
                <a:srgbClr val="002060"/>
              </a:solidFill>
            </a:endParaRPr>
          </a:p>
        </p:txBody>
      </p:sp>
      <p:pic>
        <p:nvPicPr>
          <p:cNvPr id="7" name="Content Placeholder 6" descr="Screenshot 2026-08-05 22330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70585" y="1715135"/>
            <a:ext cx="7512050" cy="42164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564245" y="1792605"/>
            <a:ext cx="31483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KPI cards summarize customer churn and retention metrics.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Interactive visuals compare churn across contract types, payment methods, tenure, and monthly charges.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Slicers allow users to filter and explore customer segments dynamically.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The dashboard provides a comprehensive view of the key drivers of customer churn.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olidFill>
                  <a:srgbClr val="002060"/>
                </a:solidFill>
              </a:rPr>
              <a:t>Major Findings</a:t>
            </a:r>
            <a:endParaRPr lang="en-US" altLang="en-US" b="1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Approximately 26.6% of customers churned, while 73.4% were retained.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Customers on month-to-month contracts had the highest churn rates.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Customers paying higher monthly charges were more likely to leave.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Customers with shorter tenure showed a higher likelihood of churning.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Electronic check users experienced the highest churn among payment methods.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olidFill>
                  <a:srgbClr val="002060"/>
                </a:solidFill>
              </a:rPr>
              <a:t>Recommendations</a:t>
            </a:r>
            <a:endParaRPr lang="en-US" altLang="en-US" b="1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Encourage customers to switch to longer-term contracts through incentives.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Improve onboarding and engagement for new customers.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Review pricing plans to ensure customers receive good value.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Improve payment options and customer experience.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Develop targeted retention campaigns for high-risk customer segments.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olidFill>
                  <a:srgbClr val="002060"/>
                </a:solidFill>
              </a:rPr>
              <a:t>Conclusion</a:t>
            </a:r>
            <a:endParaRPr lang="en-US" altLang="en-US" b="1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The analysis identified contract type, tenure, monthly charges, and payment method as the primary drivers of customer churn.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accent6">
                    <a:lumMod val="50000"/>
                  </a:schemeClr>
                </a:solidFill>
              </a:rPr>
              <a:t>These insights can support data-driven decision-making and help the company reduce churn through targeted retention strategies.</a:t>
            </a:r>
            <a:endParaRPr lang="en-US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2138</Words>
  <Application>WPS Presentation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 Case Study: Telco Customer Churn Analysis</dc:title>
  <dc:creator>Administrator</dc:creator>
  <cp:lastModifiedBy>WPS_1785447558</cp:lastModifiedBy>
  <cp:revision>5</cp:revision>
  <dcterms:created xsi:type="dcterms:W3CDTF">2026-08-05T21:03:21Z</dcterms:created>
  <dcterms:modified xsi:type="dcterms:W3CDTF">2026-08-05T21:17:42Z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7D468AEAD5B94E67A1CCB851E15A94CB_11</vt:lpwstr>
  </property>
</Properties>
</file>